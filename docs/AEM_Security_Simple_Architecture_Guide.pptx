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34747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AEM 6.5 Lightweight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AEM 경량 보안 필터 (security-simple)</a:t>
            </a:r>
          </a:p>
          <a:p>
            <a:pPr>
              <a:spcBef>
                <a:spcPts val="800"/>
              </a:spcBef>
              <a:defRPr sz="3000" b="1">
                <a:solidFill>
                  <a:srgbClr val="60A5FA"/>
                </a:solidFill>
                <a:latin typeface="Malgun Gothic"/>
              </a:defRPr>
            </a:pPr>
            <a:r>
              <a:t>아키텍처 설계 및 핵심 기능 기술서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Malgun Gothic"/>
              </a:defRPr>
            </a:pPr>
            <a:r>
              <a:t>Referer · HTTP Method · Parameter 3대 핵심 보안 검증기를 기반으로</a:t>
            </a:r>
            <a:br/>
            <a:r>
              <a:t>OSGi 동적 서블릿 바인딩, 기본 정책(Default Policy) 상속, 상세 감사 로깅을 제공하는 고성능 Sling 보안 필터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33375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신뢰 도메인(abc.com) 및 서블릿별 허용 Referer 검증</a:t>
            </a:r>
            <a:br/>
            <a:r>
              <a:t>외부 사이트 경유 CSRF 및 무단 API 호출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434840"/>
            <a:ext cx="33375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허용된 HTTP Method 화이트리스트(O(1) Set) 검증</a:t>
            </a:r>
            <a:br/>
            <a:r>
              <a:t>비인가 메소드(DELETE, PUT 등) 호출 원천 차단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333756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39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필수/미정의 파라미터 통제, 길이·정규식·DSL 검증</a:t>
            </a:r>
            <a:br/>
            <a:r>
              <a:t>Path Traversal · SQL/JCR2 Injection · XSS 방어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01.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추진 배경 및 경량화 아키텍처 설계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핵심 보안 위협 방어와 고성능·운영 편의성의 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1. 핵심 3대 검증기 중심 경량화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기존 다중 Validator 구조를 가장 실질적인 웹 API 공격 표면인 3대 검증기로 일원화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1) RefererPolicyValidator (출처 도메인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2) MethodPolicyValidator (HTTP 메소드 통제)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3) ParamPolicyValidator (파라미터 심층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불필요한 필터 오버헤드(세션/토큰/레이트리밋/리스폰스 래핑 등) 제거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코드 복잡도 대폭 감소 및 유지보수성 극대화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모든 클래스/메소드 한글 Javadoc 및 단계별 디버그 로깅 완비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325880"/>
            <a:ext cx="36576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2. 선언적 보안 설정 &amp; 정책 자동 상속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중앙 집중형 기본 정책 (SecurityFilter.config)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기본 Referer(abc.com), 기본 Method(GET, POST), 공통 페이징/검색 파라미터(page, size, keyword 등) 일괄 정의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서블릿 컴포넌트 선언적 바인딩 (@Component)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각 서블릿이 security.methods, security.params 등 필요한 항목만 선언하면 OSGi가 자동 감지·등록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계층적 상속 (inheritFrom)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서블릿에 미지정된 설정은 defaultPolicy에서 자동 상속받으며, 명시한 항목만 오버라이드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4152" y="1325880"/>
            <a:ext cx="36576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3. 고성능 매칭 &amp; 정밀한 감사/디버그 로깅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O(1) 해시 캐시 및 사전 컴파일 정규식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ConcurrentHashMap 기반 경로/리소스타입 O(1) 조회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모든 정규식(타겟 패턴, 파라미터 패턴, SQLi/XSS 시그니처) 초기화 시 1회 사전 컴파일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차단 시 즉각적인 원인 파악 로깅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BlockedByConfig: 차단을 유발한 정확한 설정 규칙과 요청 입력값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AppliedServletPolicy: 서블릿에 적용된 전체 보안 정책 요약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바인딩/언바인딩 로그 노이즈 차단으로 운영 안정성 확보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02.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및 요청 처리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Sling REQUEST Scope Filter (Ranking 10000) 기반 선제적 방어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755648" cy="1508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</a:t>
            </a:r>
            <a:br/>
            <a:r>
              <a:t>HTTP 요청 유입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Client / Browser</a:t>
            </a:r>
            <a:br/>
            <a:r>
              <a:t>GET·POST /aemapi/...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31136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1325880"/>
            <a:ext cx="1755648" cy="1508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</a:t>
            </a:r>
            <a:br/>
            <a:r>
              <a:t>Fast-Path 가드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SecurityFilter.doFilter</a:t>
            </a:r>
            <a:br/>
            <a:r>
              <a:t>matchesFilterPattern(uri)</a:t>
            </a:r>
            <a:br/>
            <a:r>
              <a:t>대상 경로만 필터링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1755648" cy="1508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</a:t>
            </a:r>
            <a:br/>
            <a:r>
              <a:t>6단계 정책 매칭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ServletSecurityConfig</a:t>
            </a:r>
            <a:br/>
            <a:r>
              <a:t>findMatchingPolicy()</a:t>
            </a:r>
            <a:br/>
            <a:r>
              <a:t>정적/동적/기본정책 조회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5040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1325880"/>
            <a:ext cx="1755648" cy="1508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</a:t>
            </a:r>
            <a:br/>
            <a:r>
              <a:t>3대 검증기 체인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1. RefererValidator</a:t>
            </a:r>
            <a:br/>
            <a:r>
              <a:t>2. MethodValidator</a:t>
            </a:r>
            <a:br/>
            <a:r>
              <a:t>3. ParamValidator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325880"/>
            <a:ext cx="1755648" cy="15087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5-A (통과)</a:t>
            </a:r>
            <a:br/>
            <a:r>
              <a:t>서블릿 실행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chain.doFilter()</a:t>
            </a:r>
            <a:br/>
            <a:r>
              <a:t>PassedConfig 디버그 기록</a:t>
            </a:r>
            <a:br/>
            <a:r>
              <a:t>정상 비즈니스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38944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1325880"/>
            <a:ext cx="1755648" cy="15087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5-B (차단)</a:t>
            </a:r>
            <a:br/>
            <a:r>
              <a:t>위반 로깅 &amp; 응답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handleSecurityViolation</a:t>
            </a:r>
            <a:br/>
            <a:r>
              <a:t>BlockedByConfig + Policy</a:t>
            </a:r>
            <a:br/>
            <a:r>
              <a:t>JSON 에러 응답 반환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5532120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63240"/>
            <a:ext cx="553212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10896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핵심 컴포넌트 역할 및 패키지 구조 (com.example.security)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502152"/>
            <a:ext cx="523951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filters.SecurityFilter : OSGi Sling 서블릿 필터 진입점, 설정 로드, 동적 서블릿 바인딩, 검증 체인 실행 및 위반 응답 처리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models.ServletSecurityConfig : 전체 정책 컨테이너, O(1) 정적/동적 정책 캐시 맵 관리, 6단계 우선순위 정책 매칭 엔진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models.ServletPolicyRule : 서블릿/타겟 단위 보안 규칙 모델, OSGi 프로퍼티/DSL 파서(fromOsgiProperties), defaultPolicy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models.ParamRule : 개별 파라미터 검증 규칙(required, min/maxLength, pattern, allowPathTraversal/SqlInjection/Xss)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validators.* : PolicyValidator 인터페이스 및 Referer / Method / Param 3대 검증기, ValidationResult(blockedConfig 포함)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models.SecurityErrorCode &amp; utils.SecurityUtils : 표준 에러 코드(SEC-40001~40501) 및 클라이언트 IP 추출·로그 개행 치환 유틸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559552" cy="33832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6324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9067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SecurityFilter.doFilter() &amp; evaluatePoliciesAndFindActive() 핵심 실행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410712"/>
            <a:ext cx="530352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Fast-Path 경로 가드: 대상 API 경로가 아니면 즉시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(!matchesFilterPattern(requestUri))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chain.doFilter(servletRequest, servletResponse);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요청에 매칭되는 서블릿 보안 정책 조회 (Tier 1 ~ Tier 6)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ServletPolicyRule matchedPolicy = servletSecurityConfig.findMatchingPolicy(request);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3. 3대 핵심 Validator 체인 순차 실행 (REFERER -&gt; METHOD -&gt; PARAM)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(PolicyValidator validator : validators)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(!validator.isEnabled(matchedPolicy, servletSecurityConfig)) continue;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ValidationResult result = validator.validate(request, matchedPolicy, servletSecurityConfig);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(!result.isValid())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handleSecurityViolation(request, response, matchedPolicy, validator.getName(),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result.getStatusCode(), result.getSubCode(), result.getViolationDetail(),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result.getBlockedConfig(), result.getResponseMessage());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REJECTED_POLICY;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03. DYNAMIC BINDING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동적 서블릿 바인딩 및 기본 정책 상속 메커니즘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등록/해제 시 자동 정책 동기화 및 로그 노이즈 억제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@Reference 동적 바인딩 (bindServlet / unbindServlet)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@Reference(service = Servlet.class, cardinality = MULTIPLE, policy = DYNAMIC)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AEM 컨테이너 내 서블릿이 시작/종료될 때 SecurityFilter가 자동 감지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선별적 바인딩 (isApplicableServlet):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서블릿의 sling.servlet.paths 또는 sling.servlet.resourceTypes가 필터의 sling.filter.pattern 정규식과 일치하는 경우에만 정책 생성 및 등록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바인딩/언바인딩 로그 출력 차단 (Zero Log Noise):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수백 개의 서블릿이 기동/재배포될 때 로그가 폭증하지 않도록 bindServlet, unbindServlet, registerDynamicPolicy 내부의 디버그 로그 출력 완전 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기본 정책 상속 및 병합 규칙 (ServletPolicyRule.inheritFrom)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64792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1단계: 서블릿의 OSGi 프로퍼티(security.*)로부터 개별 ServletPolicyRule 파싱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2단계: SecurityFilter.config의 defaultPolicy로부터 미지정 속성 자동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methods: 서블릿에 미지정 시 default.methods([GET, POST])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defaultReferrer &amp; allowedReferrers: 기본 도메인(abc.com) 상속 + 서블릿 허용 도메인 병합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blockSqlInjection / blockXss / allowUndefinedParams: 미지정 시 기본 정책값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params: default.params(공통 페이징/정렬 규칙)를 기반으로 서블릿 고유 파라미터 규칙 병합 (동일 파라미터명은 서블릿 규칙이 우선)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1127455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005071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정책 상속 및 병합 예시: Default Policy + 개별 서블릿 설정 -&gt; 최종 런타임 적용 정책 (AppliedServletPolicy)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325111"/>
            <a:ext cx="1101852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[1] Default Policy (SecurityFilter.config)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methods=[GET, POST], defaultReferrer='abc.com', blockSqlInjection=true, blockXss=true, allowUndefinedParams=false,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params={page: digits(5), size: digits(4), sort: alnum(30), order: asc|desc(4), lang: pattern, keyword: max(100)}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inheritFrom(defaultPolicy) 자동 병합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[2] UserProfileServlet (@Component 프로퍼티 선언)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sling.servlet.paths='/aemapi/user/profile', security.methods='GET', security.allowedReferrers='partner.abc.com',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security.params=['userId:required:alnum:4..20', 'tab:optional:profile|settings|activity:15']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최종 생성된 동적 정책 (dynamicPolicies.get('/aemapi/user/profile'))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[3] Effective AppliedServletPolicy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target=/aemapi/user/profile, methods=[GET], allowedReferrers=[abc.com, partner.abc.com], blockSqlInjection=true, blockXss=true,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allowUndefinedParams=false, params={page, size, sort, order, lang, keyword, userId(required,4..20), tab(optional,profile|settings|activity)}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04. POLICY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6단계(Tier 1~6) 우선순위 기반 고속 정책 매칭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ServletSecurityConfig.findMatchingPolicy(HttpServletRequest) 동작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3931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1] 정적 설정 경로 O(1) 일치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2563EB"/>
                </a:solidFill>
                <a:latin typeface="Consolas"/>
              </a:defRPr>
            </a:pPr>
            <a:r>
              <a:t>조회 대상: exactPathPolicies.get(uri)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OSGi 설정에 명시된 정확한 URI 경로(/aemapi/v1/users)를 해시맵에서 O(1)로 즉시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1 매칭 성공 로그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9392" y="1325880"/>
            <a:ext cx="363931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2] 동적 서블릿 경로 O(1)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D9488"/>
                </a:solidFill>
                <a:latin typeface="Consolas"/>
              </a:defRPr>
            </a:pPr>
            <a:r>
              <a:t>조회 대상: dynamicPolicies.get(uri)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@Reference로 동적 바인딩된 서블릿의 sling.servlet.paths 경로를 O(1) 및 Selector/확장자 경계로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2 매칭 성공 로그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639312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3] Sling ResourceType O(1) 일치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F46E5"/>
                </a:solidFill>
                <a:latin typeface="Consolas"/>
              </a:defRPr>
            </a:pPr>
            <a:r>
              <a:t>조회 대상: exactResourceTypePolicies.get(rt)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SlingHttpServletRequest의 Resource.getResourceType()과 정확히 일치하는 정책을 O(1)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3 매칭 성공 로그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3639312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4] 정규식 · 하위경로 · 리소스 계층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D97706"/>
                </a:solidFill>
                <a:latin typeface="Consolas"/>
              </a:defRPr>
            </a:pPr>
            <a:r>
              <a:t>조회 대상: patternAndHierarchyPolicies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와일드카드/정규식 타겟(^/aemapi/v1/.*) 또는 resource.isResourceType() 상위 계층 일치 검사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4 매칭 성공 로그 출력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886200"/>
            <a:ext cx="363931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5] 동적 서블릿 정규식/계층 매칭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7C3AED"/>
                </a:solidFill>
                <a:latin typeface="Consolas"/>
              </a:defRPr>
            </a:pPr>
            <a:r>
              <a:t>조회 대상: dynamicPolicies.values()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동적 바인딩된 서블릿 중 정규식 패턴이나 리소스 타입 상속 구조를 가진 정책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5 매칭 성공 로그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3886200"/>
            <a:ext cx="363931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6] 기본 정책 폴백 (Fallback)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7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16A34A"/>
                </a:solidFill>
                <a:latin typeface="Consolas"/>
              </a:defRPr>
            </a:pPr>
            <a:r>
              <a:t>조회 대상: defaultPolicy (target=DEFAULT)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개별 정책이 없는 서블릿 요청에도 defaultPolicy(abc.com, GET/POST, 기본 파라미터 규칙)를 강제 적용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6 매칭 성공 로그 출력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05. VALIDATOR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RefererPolicyValidator — 출처(Referer) 검증 및 CSRF 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기본 허용 도메인(defaultReferrer) + 서블릿별 허용 도메인(allowedReferrers)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RefererPolicyValidator 동작 원리 및 지원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검증 목적: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신뢰된 자사 도메인(예: abc.com) 또는 지정된 파트너 도메인에서 발생한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외부 악성 페이지를 통한 CSRF 공격 및 무단 API 호출/스크래핑 차단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도메인 합산 검증 구조: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- 1순위: 전역/기본 도메인 (default.referrer = 'abc.com')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- 2순위: 서블릿별 추가 허용 도메인 (security.allowedReferrers)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다양한 매칭 방식 지원 (isRefererAllowed):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일반 도메인: 'abc.com' 설정 시 'abc.com' 및 모든 서브도메인('www.abc.com', 'm.abc.com') 자동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와일드카드 도메인: '*.partner.co.kr' -&gt; 서브도메인 및 루트 도메인 매칭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전체 URL 접두사: 'https://partner.com/app/' -&gt; 해당 경로 하위에서 유입된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4) 정규식 패턴: '^https://([a-z0-9-]+\.)?trusted\.org(/.*)?$'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403 Forbidden (ErrorCode: SEC-40303)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9260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RefererPolicyValidator 핵심 검증 로직 및 BlockedByConfig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 = request.getHeader("Referer");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(StringUtils.isBlank(referer))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blockedConfig = "defaultReferrer=" + defaultReferrer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allowedReferrers=" + policy.getAllowedReferrers()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requestReferer=MISSING";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SecurityErrorCode.REFERER_INVALID, blockedConfig, ...);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refererHost = extractHost(referer);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defaultReferrer('abc.com')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(isRefererAllowed(refererLower, refererHost, defaultReferrer))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policy.getAllowedReferrers() 목록 중 하나라도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(String allowed : policy.getAllowedReferrers())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(isRefererAllowed(refererLower, refererHost, allowed))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434840"/>
            <a:ext cx="5559552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434840"/>
            <a:ext cx="5559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보안 질문 FAQ: 브라우저에서 Referer 헤더 위조가 가능한가?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873752"/>
            <a:ext cx="526694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일반 사용자의 웹 브라우저 환경에서는 Fetch/XHR 호출 시 Referer가 Forbidden Header로 지정되어 자바스크립트로 임의 도메인 위조가 불가능합니다 (CSRF 방어에 효과적).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단, 브라우저가 아닌 서버 간 호출(curl, Postman, Python 스크립트)에서는 헤더 조작이 가능하므로, 중요 상태 변경 API는 인증/권한 및 파라미터 검증과 함께 다계층으로 방어합니다.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06. VALIDATOR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MethodPolicyValidator — HTTP Method 화이트리스트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및 경로별 허용 HTTP 메소드 강제 및 Verb Tampering 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MethodPolicyValidator 핵심 기능 및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화이트리스트 기반 HTTP 메소드 검증: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허용 가능한 표준 메소드: GET, POST, PUT, DELETE, PATCH, HEAD, OPTIONS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설정 시 오타나 비표준 메소드가 입력되면 init() 단계에서 즉시 검증 오류 발생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O(1) 대문자 해시셋(upperMethods) 매칭: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매 요청마다 리스트를 순회하지 않고 사전 초기화된 Set&lt;String&gt;에서 O(1)로 즉시 판별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유연한 설정 수준: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전역 기본값: default.methods = ["GET", "POST"]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서블릿 공통 설정: security.methods = "POST"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다중 경로 서블릿 경로별 설정: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   security.methods = ["/aemapi/order/inquiry:GET", "/aemapi/order/cancel:POST"]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405 Method Not Allowed (ErrorCode: SEC-40501)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MethodPolicyValidator 검증 코드 및 통과/차단 로그 출력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@Override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ValidationResult validate(HttpServletRequest request,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ServletPolicyRule policy, ServletSecurityConfig rootConfig)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method = request.getMethod();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LOG.debug("[METHOD] HTTP 메소드 검증 시작 - target=[{}], 요청 메소드=[{}], 허용 메소드={}",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policy.getTarget(), method, policy.getMethods());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(!policy.isMethodAllowed(method))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String blockedConfig = "allowedMethods=" + policy.getMethods()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+ ", requestMethod=" + method;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LOG.debug("[METHOD] 허용되지 않은 HTTP 메소드로 차단 - target=[{}], BlockedByConfig=[{}]",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policy.getTarget(), blockedConfig);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SecurityErrorCode.METHOD_NOT_ALLOWED,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blockedConfig,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"Method [" + method + "] not allowed for target [" + policy.getTarget() + "]",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method);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[차단 시 WARN 로그 출력 예시]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SECURITY VIOLATION BLOCKED: ... Validator=[METHOD], Status=[405], ErrorCode=[SEC-40501]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BlockedByConfig=[allowedMethods=[POST], requestMethod=DELETE]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AppliedServletPolicy=[source=UserContactServlet, target=/aemapi/user/contact, methods=[POST], ...]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07. VALIDATOR #3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ParamPolicyValidator — 6단계 심층 파라미터 보안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화이트리스트 파라미터 통제부터 SQL/JCR2 인젝션 · XSS · Path Traversal 방어까지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64592" cy="15727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39" y="1435608"/>
            <a:ext cx="1417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SEC-40001 (400)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1단계: 필수 파라미터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rule.isRequired() == true 인 파라미터가 누락되었거나 빈 문자열인 경우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BlockedByConfig: param=userId, required=true, actualValue=MISSING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164592" cy="15727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39" y="1435608"/>
            <a:ext cx="1417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SEC-40002 (400)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2단계: 미정의 파라미터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allowUndefinedParams=false(기본값)일 때 정책에 정의되지 않은 파라미터 유입 시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Mass Assignment 및 불필요한 공격 페이로드 유입 원천 봉쇄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44952"/>
            <a:ext cx="164592" cy="15727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39" y="3154680"/>
            <a:ext cx="1417320" cy="2743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SEC-40007 (400)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3단계: Path Traversal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../, ..\, %2e%2e%2f, 이중 URL 인코딩(%252e), 세미콜론 우회(..;/), Null Byte(%00) 탐지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파일 다운로드/경로 조회 서블릿의 상위 디렉토리 탈취 공격 방어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44952"/>
            <a:ext cx="164592" cy="15727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149839" y="3154680"/>
            <a:ext cx="1417320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SEC-40008 (400)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4단계: SQL &amp; JCR2/XPath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표준 RDBMS SQLi(UNION SELECT, OR 1=1, SLEEP/BENCHMARK)뿐만 아니라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AEM 전용 JCR-SQL2(ISDESCENDANTNODE, [nt:base]) 및 XPath(/jcr:root/) 공격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64024"/>
            <a:ext cx="164592" cy="15727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34839" y="4873752"/>
            <a:ext cx="1417320" cy="2743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SEC-40009 (400)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5단계: XSS 공격 패턴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&lt;script&gt;, &lt;iframe&gt;, &lt;svg/img onerror=...&gt;, javascript:, vbscript:, eval(), document.cookie,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HTML 엔티티 인코딩(&amp;lt;script&amp;gt;, &amp;#x3c;) 우회 공격까지 다중 디코딩 후 탐지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764024"/>
            <a:ext cx="164592" cy="15727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49839" y="4873752"/>
            <a:ext cx="1417320" cy="2743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SEC-40003~5 (400)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6단계: 길이 및 정규식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minLength / maxLength 글자 수 범위 검사 및 사전 컴파일된 정규식(compiledPattern) 매칭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정규식 문법 오류 시 SEC-40005 반환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08.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및 서블릿 적용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복잡한 JSON 없이 직관적인 한 줄 DSL로 서블릿 보안 규칙 선언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12064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120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48463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(parseSimpleParamSpec)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482803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기본 형식: "파라미터명:필수여부:타입/패턴:길이범위"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필수 여부 토큰: required (필수) | optional (선택, 기본값)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길이 지정 토큰: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범위 지정: 2..20 (minLength=2, maxLength=20)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단일 숫자: 50 (maxLength=50) / min:4 / max:100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내장 타입 별칭 (자동 정규식 변환):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digits / number : ^[0-9]+$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alnum : ^[a-zA-Z0-9_]+$  |  alpha : ^[a-zA-Z]+$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korean / hangul : ^[가-힣a-zA-Z\s]+$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email : 이메일 정규식 (기본 max 100)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phone : ^01[016789]-?\d{3,4}-?\d{4}$ (기본 max 13)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date (YYYY-MM-DD) | datetime | time | uuid | ip | url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Enum 선택지: asc|desc 또는 profile|settings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커스텀 정규식: pattern(^ORD_[0-9]+$)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325880"/>
            <a:ext cx="5971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32588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35331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1: 단일 경로 서블릿 (@Component 프로퍼티 선언)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673352"/>
            <a:ext cx="5715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"sling.servlet.paths=/aemapi/user/contact",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"security.allowedReferrers=partner.abc.com",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"security.params=name:required:2..20:korean",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"security.params=email:required:email:50",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"security.params=phone:optional:phone",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"security.params=message:required:1..500"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UserContactServlet extends SlingAllMethodsServlet { ...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3931920"/>
            <a:ext cx="597103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393192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395935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2: 복수 경로(Multi-Path) 서블릿의 경로별 차등 보안 정책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4279392"/>
            <a:ext cx="571500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"sling.servlet.paths=/aemapi/order/inquiry",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"sling.servlet.paths=/aemapi/order/cancel",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경로별 허용 HTTP Method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"security.methods=/aemapi/order/inquiry:GET",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"security.methods=/aemapi/order/cancel:POST",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모든 경로 공통 필수 파라미터 + 경로 전용 파라미터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"security.params=orderId:required:pattern(^ORD_[0-9]{3,10}$):15",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"security.params=/aemapi/order/cancel:reason:optional:100"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MultiPathOrderServlet extends SlingAllMethodsServlet { ...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09. OSGI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.config 전역 설정 구조 및 장애 복원력(Resilience)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com.example.security.filters.SecurityFilter.config 상세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760720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76072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353312"/>
            <a:ext cx="5504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ui.config — com.example.security.filters.SecurityFilter.config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673352"/>
            <a:ext cx="5504688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1. 필터 마스터 스위치 및 대상 경로 정규식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sling.filter.pattern="(/aemapi/.*|/sysapi/.*)"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2. 핵심 3대 Validator 전역 On/Off 스위치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validator.referer.enabled=B"true"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validator.method.enabled=B"true"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validator.param.enabled=B"true"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3. 기본 보안 정책 (Default Policy - 모든 서블릿에 기본 상속)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default.referrer="abc.com"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default.methods=["GET","POST"]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default.blockSqlInjection=B"true"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default.blockXss=B"true"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default.allowUndefinedParams=B"false"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default.params=[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"page:optional:digits:5",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"size:optional:digits:4",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"sort:optional:alnum:30",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"order:optional:asc|desc:4",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"lang:optional:pattern(^[a-zA-Z]{2}(?:-[a-zA-Z0-9]{2,})?$):10",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"keyword:optional:100"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5330952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5330952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.config 타입 접두사(B"true") 완벽 호환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1764792"/>
            <a:ext cx="50383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Apache Felix Configuration Admin의 .config 파일 문법에서는 Boolean 타입을 B"true" / B"false"로 표기합니다.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OSGi 런타임이 이를 boolean으로 변환하여 주입하며, 문자열로 전달되는 환경에서도 SecurityFilter.toBoolean()이 B"true"와 "true"를 모두 안전하게 파싱합니다.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validator.referer.enabled, validator.method.enabled, validator.param.enabled 토글을 통해 운영 중 특정 검증기를 재배포 없이 즉시 On/Off 할 수 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3309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31920"/>
            <a:ext cx="53309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설정 오류 방어 및 무중단 복원력 (handleConfigFailure)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70832"/>
            <a:ext cx="50383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Fail-Fast 설정 검증 (validate):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허용되지 않는 HTTP 메소드명, 잘못된 정규식 문법, minLength &gt; maxLength 역전 등을 init() 시점에 즉시 검증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Last Known Good (이전 정상 설정 유지):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운영 중 잘못된 OSGi 설정이 배포되어 파싱 예외가 발생하더라도 서비스가 중단되지 않고 직전 정상 설정(Last Known Good)을 그대로 유지하며 CRITICAL 에러 로그를 남깁니다.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10. OBSERVABILITY &amp;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단계별 디버그 로깅 및 차단 원인(BlockedByConfig) 상세 추적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바인딩 로그 노이즈는 제거하고, 요청 검증·차단 시에는 적용 정책과 차단 규칙을 명확히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11000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로깅 설계 핵심 원칙 3가지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109819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1) 서블릿 바인딩/언바인딩 로그 출력 완전 차단 : bindServlet / unbindServlet / registerDynamicPolicy 에서는 디버그 로그를 출력하지 않아 기동·배포 시 로그 폭증 방지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2) 주요 검증 흐름 디버그 로그(LOG.debug) : 필터 진입/종료, Tier 1~6 정책 매칭, 각 Validator 실행 및 통과 설정(PassedConfig)을 단계별로 추적 가능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3) 필터 차단 시 상세 정보 출력(LOG.debug &amp; LOG.warn) : 현재 서블릿에 적용된 전체 보안설정(AppliedServletPolicy)과 어떤 설정 규칙에 의해 막혔는지(BlockedByConfig) 동시 출력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74552" cy="31546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19272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실제 로그 출력 예시 (1: 정상 통과 시 DEBUG 로그 / 2: 필터에 막혔을 때 WARN &amp; DEBUG 로그)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39312"/>
            <a:ext cx="11018520" cy="2752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1] 정상 요청 통과 시 (DEBUG 레벨)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--&gt; [FILTER START] Evaluating request: Method=[POST], URI=[/aemapi/user/contact], Query=[null], ClientIP=[127.0.0.1]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[PolicyMatch] Tier 2 (동적 바인딩 서블릿 경로 일치) 매칭 성공: URI=[/aemapi/user/contact] -&gt; target=[/aemapi/user/contact]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Evaluating policy target [/aemapi/user/contact] for [POST /aemapi/user/contact]: AppliedServletPolicy=[source=...UserContactServlet,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[REFERER] PASSED for target [/aemapi/user/contact] | PassedConfig=[defaultReferrer='abc.com', allowedReferrers=[partner.abc.com], requestReferer='https://partner.abc.com/form']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[METHOD] PASSED for target [/aemapi/user/contact] | PassedConfig=[allowedMethods=[POST], requestMethod='POST']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[PARAM] PASSED for target [/aemapi/user/contact] | PassedConfig=[allowUndefinedParams=false, blockSqlInjection=true, blockXss=true,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&lt;-- [FILTER PASS] Request [POST /aemapi/user/contact] passed all security validations (Referer, Method, Param).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2] 보안 정책 위반으로 필터에 막혔을 때 (WARN 레벨 — 어떤 설정에 막혔는지 + 서블릿의 현재 보안 설정 전체 출력)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SECURITY VIOLATION BLOCKED: Client IP=[127.0.0.1], Method=[POST], URI=[/aemapi/user/contact], Validator=[PARAM], Status=[400], ErrorCode=[SEC-40003],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Reason=[Parameter [name] length (1) &lt; min (2)]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BlockedByConfig=[param=name, minLength=2, actualLength=1, rule={required=true, len=2..20, pattern='^[가-힣a-zA-Z\s]+$'}]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AppliedServletPolicy=[source=com.example.security.servlets.UserContactServlet, target=/aemapi/user/contact, methods=[POST],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allowedReferrers=[abc.com, partner.abc.com], blockSqlInjection=true, blockXss=true, allowUndefinedParams=false,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params={name={required=true, len=2..20, pattern='^[가-힣a-zA-Z\s]+$'}, email={required=true, len=0..50, ...}}]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11. ERROR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표준 보안 에러 코드 체계 및 JSON 응답 규격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SecurityErrorCode 열거형 기반 일관된 에러 코드 및 클라이언트 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12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25880"/>
          <a:ext cx="74066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280160"/>
                <a:gridCol w="3931920"/>
              </a:tblGrid>
              <a:tr h="46135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에러 코드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HTTP 상태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검증기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차단 조건 및 BlockedByConfig 출력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REFERER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신뢰되지 않은 Referer 헤더 또는 누락 (defaultReferrer, allowedReferrers, requestReferer)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SEC-40501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허용되지 않은 HTTP Method 호출 (allowedMethods, requestMethod)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필수(required=true) 파라미터 누락 또는 빈 값 (param, required=true, actualValue=MISSING)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정책에 정의되지 않은 파라미터 전달 (param, allowUndefinedParams=false, definedParams)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최소 길이(minLength) 미달 (param, minLength, actualLength,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최대 길이(maxLength) 초과 (param, maxLength, actualLength, rule)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정규식 패턴(pattern) 불일치 또는 잘못된 정규식 (param, pattern, actualValue)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경로 조작(Path Traversal: ../, %2e%2e, %00) 패턴 탐지 (param, allowPathTraversal=false)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SQL / AEM JCR-SQL2 / XPath 인젝션 패턴 탐지 (param, blockSqlInjection=true)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크로스 사이트 스크립팅(XSS: &lt;script&gt;, onerror= 등) 탐지 (param, blockXss=true)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46720" y="1325880"/>
            <a:ext cx="3685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685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35331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클라이언트 JSON 에러 응답 포맷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673352"/>
            <a:ext cx="3429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HTTP/1.1 400 Bad Request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Content-Type: application/json;charset=UTF-8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"code": 400,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"errorCode": "SEC-40003",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"message": "Parameter 'name' must be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at least 2 characters long."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931920"/>
            <a:ext cx="368503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931920"/>
            <a:ext cx="368503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977640"/>
            <a:ext cx="341071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단위 테스트 검증 현황 (TestRunner)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370832"/>
            <a:ext cx="3392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SqlAndXssValidationTest : 13개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표준 SQLi, UNION, Blind SQLi, JCR-SQL2, XPath, XSS 태그/이벤트/인코딩 우회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PathTraversalValidationTest : 8개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../, ..\, URL 인코딩, 이중 인코딩, ..;/, Null Byte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SecurityFilterTest : 9개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Referer/Method/Param 통합 검증, 다중 경로 서블릿, BlockedByConfig &amp; AppliedServletPolicy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총 30개 단위 테스트 100% 통과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